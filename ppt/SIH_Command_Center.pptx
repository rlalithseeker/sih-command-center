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A96B1B"/>
                </a:solidFill>
                <a:latin typeface="Consolas"/>
              </a:defRPr>
            </a:pPr>
            <a:r>
              <a:t>WOXSEN  |  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4600" b="1">
                <a:solidFill>
                  <a:srgbClr val="FFFFFF"/>
                </a:solidFill>
                <a:latin typeface="Georgia"/>
              </a:defRPr>
            </a:pPr>
            <a:r>
              <a:t>SIH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C8D2E6"/>
                </a:solidFill>
                <a:latin typeface="Arial"/>
              </a:defRPr>
            </a:pPr>
            <a:r>
              <a:t>One place to track every hackathon team, mentor and deliverable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94760"/>
            <a:ext cx="2377440" cy="38100"/>
          </a:xfrm>
          <a:prstGeom prst="rect">
            <a:avLst/>
          </a:prstGeom>
          <a:solidFill>
            <a:srgbClr val="A9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Team register  ·  Problem statements  ·  Mentor load  ·  Deliverable deadlines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300" b="0">
                <a:solidFill>
                  <a:srgbClr val="96A5C3"/>
                </a:solidFill>
                <a:latin typeface="Arial"/>
              </a:defRPr>
            </a:pPr>
            <a:r>
              <a:t>Woxsen University  |  B.Tech CSE SEM 5  |  Full Stack Development (24TU05MJC1)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96A5C3"/>
                </a:solidFill>
                <a:latin typeface="Arial"/>
              </a:defRPr>
            </a:pPr>
            <a:r>
              <a:t>Team of 4  —  Lead &amp; Integration  ·  Frontend  ·  Backend  ·  QA &amp;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A96B1B"/>
                </a:solidFill>
                <a:latin typeface="Consolas"/>
              </a:defRPr>
            </a:pPr>
            <a: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1E2A4A"/>
                </a:solidFill>
                <a:latin typeface="Georgia"/>
              </a:defRPr>
            </a:pPr>
            <a:r>
              <a:t>The whole hackathon register in one web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835640" cy="31750"/>
          </a:xfrm>
          <a:prstGeom prst="rect">
            <a:avLst/>
          </a:prstGeom>
          <a:solidFill>
            <a:srgbClr val="A9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One web app for the SPOC — five screens, no installation, works offline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Register a team and the rules check themselves, instantly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Pick a problem statement from the official list — held by one team only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See every mentor's load and assign a team in one click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Track 4 deliverables per team with a live readiness score out of 100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Export the whole register as Excel or a printable report in one click</a:t>
            </a:r>
          </a:p>
        </p:txBody>
      </p:sp>
      <p:pic>
        <p:nvPicPr>
          <p:cNvPr id="7" name="Picture 6" descr="phase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49240" cy="3761184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A96B1B"/>
                </a:solidFill>
                <a:latin typeface="Consolas"/>
              </a:defRPr>
            </a:pPr>
            <a:r>
              <a:t>HOW WE SOLVE IT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1E2A4A"/>
                </a:solidFill>
                <a:latin typeface="Georgia"/>
              </a:defRPr>
            </a:pPr>
            <a:r>
              <a:t>Team rules that check themselves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835640" cy="31750"/>
          </a:xfrm>
          <a:prstGeom prst="rect">
            <a:avLst/>
          </a:prstGeom>
          <a:solidFill>
            <a:srgbClr val="A9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Exactly 6 members required — a team of 5 is rejected instantly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At least 1 female member — mandatory SIH rule, also rejected if missing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A valid team is saved in one step and automatically gets its 4 deliverable slots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The rule is checked before anything is stored, so bad entries cannot slip in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The SPOC sees the exact reason in plain words, right on the screen</a:t>
            </a:r>
          </a:p>
        </p:txBody>
      </p:sp>
      <p:pic>
        <p:nvPicPr>
          <p:cNvPr id="7" name="Picture 6" descr="crop_66_phase3-team-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72768"/>
            <a:ext cx="5166360" cy="2199739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  <p:pic>
        <p:nvPicPr>
          <p:cNvPr id="8" name="Picture 7" descr="crop_66_phase4-team-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041648"/>
            <a:ext cx="5166360" cy="2131124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A96B1B"/>
                </a:solidFill>
                <a:latin typeface="Consolas"/>
              </a:defRPr>
            </a:pPr>
            <a:r>
              <a:t>HOW WE SOLVE IT - 2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1E2A4A"/>
                </a:solidFill>
                <a:latin typeface="Georgia"/>
              </a:defRPr>
            </a:pPr>
            <a:r>
              <a:t>Finding the right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835640" cy="31750"/>
          </a:xfrm>
          <a:prstGeom prst="rect">
            <a:avLst/>
          </a:prstGeom>
          <a:solidFill>
            <a:srgbClr val="A9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One click pulls the official list from sih.gov.in — 242 statements, no typing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Search by the SIH number or a keyword — matching rows appear as you type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Claim a statement; if another team already holds it, the app says who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The SPOC can still allow a shared statement deliberately, when needed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Works without internet too — paste the rows once and the list is saved</a:t>
            </a:r>
          </a:p>
        </p:txBody>
      </p:sp>
      <p:pic>
        <p:nvPicPr>
          <p:cNvPr id="7" name="Picture 6" descr="phase5-ps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00200"/>
            <a:ext cx="4983480" cy="3504009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A96B1B"/>
                </a:solidFill>
                <a:latin typeface="Consolas"/>
              </a:defRPr>
            </a:pPr>
            <a:r>
              <a:t>HOW WE SOLVE IT - 3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1E2A4A"/>
                </a:solidFill>
                <a:latin typeface="Georgia"/>
              </a:defRPr>
            </a:pPr>
            <a:r>
              <a:t>Mentors without the guesswork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835640" cy="31750"/>
          </a:xfrm>
          <a:prstGeom prst="rect">
            <a:avLst/>
          </a:prstGeom>
          <a:solidFill>
            <a:srgbClr val="A9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A load table shows each mentor's current teams against their limit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A full mentor is clearly marked — the app refuses to overload them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One click assigns a team to whichever mentor is freest at that moment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The dashboard updates immediately, so the SPOC always sees the truth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No more asking around: fairness is visible in a single screen</a:t>
            </a:r>
          </a:p>
        </p:txBody>
      </p:sp>
      <p:pic>
        <p:nvPicPr>
          <p:cNvPr id="7" name="Picture 6" descr="phase6-men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166360" cy="3632597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A96B1B"/>
                </a:solidFill>
                <a:latin typeface="Consolas"/>
              </a:defRPr>
            </a:pPr>
            <a:r>
              <a:t>HOW WE SOLVE IT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1E2A4A"/>
                </a:solidFill>
                <a:latin typeface="Georgia"/>
              </a:defRPr>
            </a:pPr>
            <a:r>
              <a:t>Progress you can actually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835640" cy="31750"/>
          </a:xfrm>
          <a:prstGeom prst="rect">
            <a:avLst/>
          </a:prstGeom>
          <a:solidFill>
            <a:srgbClr val="A9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Four deliverables per team: GitHub repo, presentation, demo video, report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Each item has a link and a status — submitted, needs revision, or approved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Every approval adds 25% to that team's readiness score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An invalid team or a missing mentor costs 25% — problems stay visible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One click exports the register as Excel or a printable report for records</a:t>
            </a:r>
          </a:p>
        </p:txBody>
      </p:sp>
      <p:pic>
        <p:nvPicPr>
          <p:cNvPr id="7" name="Picture 6" descr="crop_56_phase7-deliver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166360" cy="1666958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  <p:pic>
        <p:nvPicPr>
          <p:cNvPr id="8" name="Picture 7" descr="crop_50_phase8-printable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886200"/>
            <a:ext cx="4297680" cy="1238941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A96B1B"/>
                </a:solidFill>
                <a:latin typeface="Consolas"/>
              </a:defRPr>
            </a:pPr>
            <a:r>
              <a:t>WHAT WE CHECKED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1E2A4A"/>
                </a:solidFill>
                <a:latin typeface="Georgia"/>
              </a:defRPr>
            </a:pPr>
            <a:r>
              <a:t>How we proved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835640" cy="31750"/>
          </a:xfrm>
          <a:prstGeom prst="rect">
            <a:avLst/>
          </a:prstGeom>
          <a:solidFill>
            <a:srgbClr val="A9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105 automated checks cover every rule, screen and export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Every rule was tested with wrong input first — the app blocks it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Fast and stable: about 450 requests handled per second under load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Tested on both phone-size and desktop screens — no broken layouts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Security reviewed and hardened: fake entries cannot damage the app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-  Runs on any college PC with no database — the demo can never fail</a:t>
            </a:r>
          </a:p>
        </p:txBody>
      </p:sp>
      <p:pic>
        <p:nvPicPr>
          <p:cNvPr id="7" name="Picture 6" descr="phase9-mobil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627632"/>
            <a:ext cx="1783080" cy="3858768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452360" y="5669280"/>
            <a:ext cx="4023360" cy="868680"/>
          </a:xfrm>
          <a:prstGeom prst="round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5779008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FFFFFF"/>
                </a:solidFill>
                <a:latin typeface="Consolas"/>
              </a:defRPr>
            </a:pPr>
            <a:r>
              <a:t>105 checks   ·   242 statements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50" b="1">
                <a:solidFill>
                  <a:srgbClr val="C8D2E6"/>
                </a:solidFill>
                <a:latin typeface="Consolas"/>
              </a:defRPr>
            </a:pPr>
            <a:r>
              <a:t>450 req/sec  ·   phone + desktop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A96B1B"/>
                </a:solidFill>
                <a:latin typeface="Consolas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1E2A4A"/>
                </a:solidFill>
                <a:latin typeface="Georgia"/>
              </a:defRPr>
            </a:pPr>
            <a:r>
              <a:t>Future plan and who did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835640" cy="31750"/>
          </a:xfrm>
          <a:prstGeom prst="rect">
            <a:avLst/>
          </a:prstGeom>
          <a:solidFill>
            <a:srgbClr val="A9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94960" cy="4114800"/>
          </a:xfrm>
          <a:prstGeom prst="roundRect">
            <a:avLst/>
          </a:prstGeom>
          <a:solidFill>
            <a:srgbClr val="FFFDF8"/>
          </a:solidFill>
          <a:ln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E2A4A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92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-  Logins for SPOC, mentors and students — each sees only their own work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-  Automatic reminders by email and WhatsApp as deadlines approach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-  Online hosting plus a permanent database for the whole institute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9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-  Direct verification of submitted GitHub links and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57800" cy="4114800"/>
          </a:xfrm>
          <a:prstGeom prst="roundRect">
            <a:avLst/>
          </a:prstGeom>
          <a:solidFill>
            <a:srgbClr val="FFFDF8"/>
          </a:solidFill>
          <a:ln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E2A4A"/>
                </a:solidFill>
                <a:latin typeface="Georgia"/>
              </a:defRPr>
            </a:pPr>
            <a:r>
              <a:t>Team of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800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1E2A4A"/>
                </a:solidFill>
                <a:latin typeface="Arial"/>
              </a:defRPr>
            </a:pPr>
            <a:r>
              <a:t>Lead  /  Integration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overall build, wiring the screens to the rules, live demo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350" b="1">
                <a:solidFill>
                  <a:srgbClr val="1E2A4A"/>
                </a:solidFill>
                <a:latin typeface="Arial"/>
              </a:defRPr>
            </a:pPr>
            <a:r>
              <a:t>Frontend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the five screens, forms and phone-friendly layout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350" b="1">
                <a:solidFill>
                  <a:srgbClr val="1E2A4A"/>
                </a:solidFill>
                <a:latin typeface="Arial"/>
              </a:defRPr>
            </a:pPr>
            <a:r>
              <a:t>Backend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the rules, official list import, Excel and report exports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350" b="1">
                <a:solidFill>
                  <a:srgbClr val="1E2A4A"/>
                </a:solidFill>
                <a:latin typeface="Arial"/>
              </a:defRPr>
            </a:pPr>
            <a:r>
              <a:t>QA  &amp;  Documentation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4155"/>
                </a:solidFill>
                <a:latin typeface="Arial"/>
              </a:defRPr>
            </a:pPr>
            <a:r>
              <a:t>105 checks, security review, report and this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10835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A96B1B"/>
                </a:solidFill>
                <a:latin typeface="Georgia"/>
              </a:defRPr>
            </a:pPr>
            <a:r>
              <a:t>SIH Command Center  —  register it right, track it till the finale.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