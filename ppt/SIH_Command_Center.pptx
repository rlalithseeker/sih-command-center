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SIH Command Center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Hackathon Team &amp; Deliverable Tracking (PBL 14)</a:t>
            </a:r>
          </a:p>
          <a:p>
            <a:r>
              <a:t>Woxsen University | Full Stack Development</a:t>
            </a:r>
          </a:p>
          <a:p>
            <a:r>
              <a:t>Team: full-stack lead, frontend, backend, QA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SPOC tracks SIH teams in sheets + emails.</a:t>
            </a:r>
          </a:p>
          <a:p>
            <a:r>
              <a:t>- Invalid teams found too late</a:t>
            </a:r>
          </a:p>
          <a:p>
            <a:r>
              <a:t>- Same PS picked twice</a:t>
            </a:r>
          </a:p>
          <a:p>
            <a:r>
              <a:t>- Uneven mentor load</a:t>
            </a:r>
          </a:p>
          <a:p>
            <a:r>
              <a:t>- Deliverables chased on WhatsApp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Block invalid teams (6 members, min 1 female)</a:t>
            </a:r>
          </a:p>
          <a:p>
            <a:r>
              <a:t>2. Official SIH number search + duplicate check</a:t>
            </a:r>
          </a:p>
          <a:p>
            <a:r>
              <a:t>3. Mentor load view + auto-assign</a:t>
            </a:r>
          </a:p>
          <a:p>
            <a:r>
              <a:t>4. Deliverable tracker + readiness %</a:t>
            </a:r>
          </a:p>
          <a:p>
            <a:r>
              <a:t>5. Dashboard + CSV/PDF export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Browser -&gt; Express REST (5000) -&gt; Mongo or memory</a:t>
            </a:r>
          </a:p>
          <a:p>
            <a:r>
              <a:t>Tables: Team, PS (sihId), Mentor, Deliverable</a:t>
            </a:r>
          </a:p>
          <a:p>
            <a:r>
              <a:t>Readiness = approved/4 - penalties</a:t>
            </a:r>
          </a:p>
          <a:p>
            <a:r>
              <a:t>5 pages, one CSS 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Live: register team (wizard) -&gt; search SIH25001 -&gt; auto-assign mentor -&gt; approve deliverable -&gt; readiness rises -&gt; export report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checkComposition(): exactly 6 + 1 female, 400 block</a:t>
            </a:r>
          </a:p>
          <a:p>
            <a:r>
              <a:t>readiness(): approved/4*100 - 25 (bad team) - 25 (no mentor)</a:t>
            </a:r>
          </a:p>
          <a:p>
            <a:r>
              <a:t>QA found seed-id bug, fixed, 14/14 pass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17 manual cases, all pass.</a:t>
            </a:r>
          </a:p>
          <a:p>
            <a:r>
              <a:t>2 bugs fixed (CSV quotes, seed ids).</a:t>
            </a:r>
          </a:p>
          <a:p>
            <a:r>
              <a:t>Known minor: dashboard filters reset on reload.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All 8 PBL features working.</a:t>
            </a:r>
          </a:p>
          <a:p>
            <a:r>
              <a:t>Roles: lead integrated, frontend built UI, backend built APIs, QA tested + docs.</a:t>
            </a:r>
          </a:p>
          <a:p>
            <a:r>
              <a:t>Next: real email, mentor login, auth.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